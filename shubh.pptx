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720" r:id="rId5"/>
  </p:sldIdLst>
  <p:sldSz cx="7564438" cy="5321300"/>
  <p:notesSz cx="6858000" cy="9144000"/>
  <p:defaultTextStyle>
    <a:defPPr>
      <a:defRPr lang="en-US"/>
    </a:defPPr>
    <a:lvl1pPr marL="0" algn="l" defTabSz="735965" rtl="0" eaLnBrk="1" latinLnBrk="0" hangingPunct="1">
      <a:defRPr sz="1450" kern="1200">
        <a:solidFill>
          <a:schemeClr val="tx1"/>
        </a:solidFill>
        <a:latin typeface="+mn-lt"/>
        <a:ea typeface="+mn-ea"/>
        <a:cs typeface="+mn-cs"/>
      </a:defRPr>
    </a:lvl1pPr>
    <a:lvl2pPr marL="368300" algn="l" defTabSz="735965" rtl="0" eaLnBrk="1" latinLnBrk="0" hangingPunct="1">
      <a:defRPr sz="1450" kern="1200">
        <a:solidFill>
          <a:schemeClr val="tx1"/>
        </a:solidFill>
        <a:latin typeface="+mn-lt"/>
        <a:ea typeface="+mn-ea"/>
        <a:cs typeface="+mn-cs"/>
      </a:defRPr>
    </a:lvl2pPr>
    <a:lvl3pPr marL="735965" algn="l" defTabSz="735965" rtl="0" eaLnBrk="1" latinLnBrk="0" hangingPunct="1">
      <a:defRPr sz="1450" kern="1200">
        <a:solidFill>
          <a:schemeClr val="tx1"/>
        </a:solidFill>
        <a:latin typeface="+mn-lt"/>
        <a:ea typeface="+mn-ea"/>
        <a:cs typeface="+mn-cs"/>
      </a:defRPr>
    </a:lvl3pPr>
    <a:lvl4pPr marL="1104265" algn="l" defTabSz="735965" rtl="0" eaLnBrk="1" latinLnBrk="0" hangingPunct="1">
      <a:defRPr sz="1450" kern="1200">
        <a:solidFill>
          <a:schemeClr val="tx1"/>
        </a:solidFill>
        <a:latin typeface="+mn-lt"/>
        <a:ea typeface="+mn-ea"/>
        <a:cs typeface="+mn-cs"/>
      </a:defRPr>
    </a:lvl4pPr>
    <a:lvl5pPr marL="1472565" algn="l" defTabSz="735965" rtl="0" eaLnBrk="1" latinLnBrk="0" hangingPunct="1">
      <a:defRPr sz="1450" kern="1200">
        <a:solidFill>
          <a:schemeClr val="tx1"/>
        </a:solidFill>
        <a:latin typeface="+mn-lt"/>
        <a:ea typeface="+mn-ea"/>
        <a:cs typeface="+mn-cs"/>
      </a:defRPr>
    </a:lvl5pPr>
    <a:lvl6pPr marL="1840865" algn="l" defTabSz="735965" rtl="0" eaLnBrk="1" latinLnBrk="0" hangingPunct="1">
      <a:defRPr sz="1450" kern="1200">
        <a:solidFill>
          <a:schemeClr val="tx1"/>
        </a:solidFill>
        <a:latin typeface="+mn-lt"/>
        <a:ea typeface="+mn-ea"/>
        <a:cs typeface="+mn-cs"/>
      </a:defRPr>
    </a:lvl6pPr>
    <a:lvl7pPr marL="2208530" algn="l" defTabSz="735965" rtl="0" eaLnBrk="1" latinLnBrk="0" hangingPunct="1">
      <a:defRPr sz="1450" kern="1200">
        <a:solidFill>
          <a:schemeClr val="tx1"/>
        </a:solidFill>
        <a:latin typeface="+mn-lt"/>
        <a:ea typeface="+mn-ea"/>
        <a:cs typeface="+mn-cs"/>
      </a:defRPr>
    </a:lvl7pPr>
    <a:lvl8pPr marL="2576830" algn="l" defTabSz="735965" rtl="0" eaLnBrk="1" latinLnBrk="0" hangingPunct="1">
      <a:defRPr sz="1450" kern="1200">
        <a:solidFill>
          <a:schemeClr val="tx1"/>
        </a:solidFill>
        <a:latin typeface="+mn-lt"/>
        <a:ea typeface="+mn-ea"/>
        <a:cs typeface="+mn-cs"/>
      </a:defRPr>
    </a:lvl8pPr>
    <a:lvl9pPr marL="2945130" algn="l" defTabSz="735965" rtl="0" eaLnBrk="1" latinLnBrk="0" hangingPunct="1">
      <a:defRPr sz="14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6" userDrawn="1">
          <p15:clr>
            <a:srgbClr val="A4A3A4"/>
          </p15:clr>
        </p15:guide>
        <p15:guide id="2" pos="23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d Shad khan" initials="MSk" lastIdx="1" clrIdx="0"/>
  <p:cmAuthor id="1" name="Amit Prajapati" initials="A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E8C5"/>
    <a:srgbClr val="FFF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43F239-16C9-4E0D-80B5-BC417E275172}" v="4" dt="2026-02-06T15:22:56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6" autoAdjust="0"/>
    <p:restoredTop sz="94660"/>
  </p:normalViewPr>
  <p:slideViewPr>
    <p:cSldViewPr showGuides="1">
      <p:cViewPr varScale="1">
        <p:scale>
          <a:sx n="122" d="100"/>
          <a:sy n="122" d="100"/>
        </p:scale>
        <p:origin x="1018" y="101"/>
      </p:cViewPr>
      <p:guideLst>
        <p:guide orient="horz" pos="1676"/>
        <p:guide pos="23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75" d="100"/>
          <a:sy n="75" d="100"/>
        </p:scale>
        <p:origin x="-2394" y="10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Hegishte" userId="bdee4fbff53a6376" providerId="LiveId" clId="{D66986CE-3744-4817-B2C5-7FA4B1ED5BE1}"/>
    <pc:docChg chg="undo custSel modSld modMainMaster">
      <pc:chgData name="Shubham Hegishte" userId="bdee4fbff53a6376" providerId="LiveId" clId="{D66986CE-3744-4817-B2C5-7FA4B1ED5BE1}" dt="2026-02-06T15:28:28.324" v="46" actId="20577"/>
      <pc:docMkLst>
        <pc:docMk/>
      </pc:docMkLst>
      <pc:sldChg chg="addSp delSp modSp mod">
        <pc:chgData name="Shubham Hegishte" userId="bdee4fbff53a6376" providerId="LiveId" clId="{D66986CE-3744-4817-B2C5-7FA4B1ED5BE1}" dt="2026-02-06T15:28:28.324" v="46" actId="20577"/>
        <pc:sldMkLst>
          <pc:docMk/>
          <pc:sldMk cId="0" sldId="720"/>
        </pc:sldMkLst>
        <pc:spChg chg="mod">
          <ac:chgData name="Shubham Hegishte" userId="bdee4fbff53a6376" providerId="LiveId" clId="{D66986CE-3744-4817-B2C5-7FA4B1ED5BE1}" dt="2026-02-04T14:44:16.945" v="17" actId="1076"/>
          <ac:spMkLst>
            <pc:docMk/>
            <pc:sldMk cId="0" sldId="720"/>
            <ac:spMk id="2" creationId="{A8087D22-6204-18FA-F238-CCEDA757282F}"/>
          </ac:spMkLst>
        </pc:spChg>
        <pc:spChg chg="add mod">
          <ac:chgData name="Shubham Hegishte" userId="bdee4fbff53a6376" providerId="LiveId" clId="{D66986CE-3744-4817-B2C5-7FA4B1ED5BE1}" dt="2026-02-06T15:23:18.853" v="40" actId="20577"/>
          <ac:spMkLst>
            <pc:docMk/>
            <pc:sldMk cId="0" sldId="720"/>
            <ac:spMk id="8" creationId="{2B49B05E-B816-F429-B1B0-D318CDF6FBBB}"/>
          </ac:spMkLst>
        </pc:spChg>
        <pc:spChg chg="mod">
          <ac:chgData name="Shubham Hegishte" userId="bdee4fbff53a6376" providerId="LiveId" clId="{D66986CE-3744-4817-B2C5-7FA4B1ED5BE1}" dt="2026-02-04T14:29:12.886" v="1" actId="14100"/>
          <ac:spMkLst>
            <pc:docMk/>
            <pc:sldMk cId="0" sldId="720"/>
            <ac:spMk id="9" creationId="{4086E503-26E5-F9F3-9F8D-7C63EA2436C0}"/>
          </ac:spMkLst>
        </pc:spChg>
        <pc:spChg chg="add mod">
          <ac:chgData name="Shubham Hegishte" userId="bdee4fbff53a6376" providerId="LiveId" clId="{D66986CE-3744-4817-B2C5-7FA4B1ED5BE1}" dt="2026-02-06T15:28:28.324" v="46" actId="20577"/>
          <ac:spMkLst>
            <pc:docMk/>
            <pc:sldMk cId="0" sldId="720"/>
            <ac:spMk id="10" creationId="{0AF6651D-B3E2-5422-9B2D-9D01C07B1036}"/>
          </ac:spMkLst>
        </pc:spChg>
        <pc:spChg chg="add mod">
          <ac:chgData name="Shubham Hegishte" userId="bdee4fbff53a6376" providerId="LiveId" clId="{D66986CE-3744-4817-B2C5-7FA4B1ED5BE1}" dt="2026-02-04T14:44:07.319" v="16" actId="1076"/>
          <ac:spMkLst>
            <pc:docMk/>
            <pc:sldMk cId="0" sldId="720"/>
            <ac:spMk id="12" creationId="{F8D8CBBA-47BB-4392-4BD2-B357D59FD0AF}"/>
          </ac:spMkLst>
        </pc:spChg>
        <pc:spChg chg="add mod">
          <ac:chgData name="Shubham Hegishte" userId="bdee4fbff53a6376" providerId="LiveId" clId="{D66986CE-3744-4817-B2C5-7FA4B1ED5BE1}" dt="2026-02-06T15:23:25.791" v="44" actId="20577"/>
          <ac:spMkLst>
            <pc:docMk/>
            <pc:sldMk cId="0" sldId="720"/>
            <ac:spMk id="13" creationId="{E5088637-F81E-9B13-8DC2-EFF09E7D47DE}"/>
          </ac:spMkLst>
        </pc:spChg>
        <pc:spChg chg="add mod">
          <ac:chgData name="Shubham Hegishte" userId="bdee4fbff53a6376" providerId="LiveId" clId="{D66986CE-3744-4817-B2C5-7FA4B1ED5BE1}" dt="2026-02-06T15:23:14.073" v="38" actId="1076"/>
          <ac:spMkLst>
            <pc:docMk/>
            <pc:sldMk cId="0" sldId="720"/>
            <ac:spMk id="14" creationId="{96AE9584-9003-66C7-9DBC-F515309A6CA6}"/>
          </ac:spMkLst>
        </pc:spChg>
        <pc:spChg chg="mod">
          <ac:chgData name="Shubham Hegishte" userId="bdee4fbff53a6376" providerId="LiveId" clId="{D66986CE-3744-4817-B2C5-7FA4B1ED5BE1}" dt="2026-02-04T14:56:22.170" v="23" actId="14100"/>
          <ac:spMkLst>
            <pc:docMk/>
            <pc:sldMk cId="0" sldId="720"/>
            <ac:spMk id="1048600" creationId="{00000000-0000-0000-0000-000000000000}"/>
          </ac:spMkLst>
        </pc:spChg>
        <pc:spChg chg="mod">
          <ac:chgData name="Shubham Hegishte" userId="bdee4fbff53a6376" providerId="LiveId" clId="{D66986CE-3744-4817-B2C5-7FA4B1ED5BE1}" dt="2026-02-06T15:22:45.409" v="31" actId="20577"/>
          <ac:spMkLst>
            <pc:docMk/>
            <pc:sldMk cId="0" sldId="720"/>
            <ac:spMk id="1048603" creationId="{00000000-0000-0000-0000-000000000000}"/>
          </ac:spMkLst>
        </pc:spChg>
        <pc:spChg chg="mod">
          <ac:chgData name="Shubham Hegishte" userId="bdee4fbff53a6376" providerId="LiveId" clId="{D66986CE-3744-4817-B2C5-7FA4B1ED5BE1}" dt="2026-02-04T14:45:41.344" v="22" actId="20577"/>
          <ac:spMkLst>
            <pc:docMk/>
            <pc:sldMk cId="0" sldId="720"/>
            <ac:spMk id="1048605" creationId="{00000000-0000-0000-0000-000000000000}"/>
          </ac:spMkLst>
        </pc:spChg>
      </pc:sldChg>
      <pc:sldMasterChg chg="modSldLayout">
        <pc:chgData name="Shubham Hegishte" userId="bdee4fbff53a6376" providerId="LiveId" clId="{D66986CE-3744-4817-B2C5-7FA4B1ED5BE1}" dt="2026-02-04T14:33:59.739" v="9" actId="962"/>
        <pc:sldMasterMkLst>
          <pc:docMk/>
          <pc:sldMasterMk cId="0" sldId="2147483648"/>
        </pc:sldMasterMkLst>
        <pc:sldLayoutChg chg="addSp delSp modSp mod">
          <pc:chgData name="Shubham Hegishte" userId="bdee4fbff53a6376" providerId="LiveId" clId="{D66986CE-3744-4817-B2C5-7FA4B1ED5BE1}" dt="2026-02-04T14:33:59.739" v="9" actId="962"/>
          <pc:sldLayoutMkLst>
            <pc:docMk/>
            <pc:sldMasterMk cId="0" sldId="2147483648"/>
            <pc:sldLayoutMk cId="0" sldId="2147483650"/>
          </pc:sldLayoutMkLst>
          <pc:spChg chg="add mod">
            <ac:chgData name="Shubham Hegishte" userId="bdee4fbff53a6376" providerId="LiveId" clId="{D66986CE-3744-4817-B2C5-7FA4B1ED5BE1}" dt="2026-02-04T14:33:59.739" v="9" actId="962"/>
            <ac:spMkLst>
              <pc:docMk/>
              <pc:sldMasterMk cId="0" sldId="2147483648"/>
              <pc:sldLayoutMk cId="0" sldId="2147483650"/>
              <ac:spMk id="3" creationId="{FB3E5157-572C-1252-545E-488A8232FA4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2A3C6-5DC9-4A56-9651-5479ABF6CC0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7A82D-9AD8-4AB2-BED7-B7E839093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B4179-EA0F-480E-B68E-FD4684AB3DB5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66725" y="107950"/>
            <a:ext cx="48736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735965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1pPr>
    <a:lvl2pPr marL="368300" algn="l" defTabSz="735965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2pPr>
    <a:lvl3pPr marL="735965" algn="l" defTabSz="735965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3pPr>
    <a:lvl4pPr marL="1104265" algn="l" defTabSz="735965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4pPr>
    <a:lvl5pPr marL="1472565" algn="l" defTabSz="735965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5pPr>
    <a:lvl6pPr marL="1840865" algn="l" defTabSz="735965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6pPr>
    <a:lvl7pPr marL="2208530" algn="l" defTabSz="735965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7pPr>
    <a:lvl8pPr marL="2576830" algn="l" defTabSz="735965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8pPr>
    <a:lvl9pPr marL="2945130" algn="l" defTabSz="735965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Holder 2"/>
          <p:cNvSpPr>
            <a:spLocks noGrp="1"/>
          </p:cNvSpPr>
          <p:nvPr>
            <p:ph type="ctrTitle"/>
          </p:nvPr>
        </p:nvSpPr>
        <p:spPr>
          <a:xfrm>
            <a:off x="567333" y="1649603"/>
            <a:ext cx="6429772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07" name="Holder 3"/>
          <p:cNvSpPr>
            <a:spLocks noGrp="1"/>
          </p:cNvSpPr>
          <p:nvPr>
            <p:ph type="subTitle" idx="4"/>
          </p:nvPr>
        </p:nvSpPr>
        <p:spPr>
          <a:xfrm>
            <a:off x="1134666" y="2979928"/>
            <a:ext cx="5295107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08" name="Holder 4"/>
          <p:cNvSpPr>
            <a:spLocks noGrp="1"/>
          </p:cNvSpPr>
          <p:nvPr>
            <p:ph type="ftr" sz="quarter" idx="5"/>
          </p:nvPr>
        </p:nvSpPr>
        <p:spPr>
          <a:xfrm>
            <a:off x="2571909" y="4948809"/>
            <a:ext cx="2420620" cy="22301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09" name="Holder 5"/>
          <p:cNvSpPr>
            <a:spLocks noGrp="1"/>
          </p:cNvSpPr>
          <p:nvPr>
            <p:ph type="dt" sz="half" idx="6"/>
          </p:nvPr>
        </p:nvSpPr>
        <p:spPr>
          <a:xfrm>
            <a:off x="378222" y="4948809"/>
            <a:ext cx="1739821" cy="22301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0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5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24765">
              <a:spcBef>
                <a:spcPts val="155"/>
              </a:spcBef>
            </a:pPr>
            <a:fld id="{81D60167-4931-47E6-BA6A-407CBD079E47}" type="slidenum">
              <a:rPr lang="en-IN" smtClean="0">
                <a:solidFill>
                  <a:prstClr val="black"/>
                </a:solidFill>
              </a:rPr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Holder 2"/>
          <p:cNvSpPr>
            <a:spLocks noGrp="1"/>
          </p:cNvSpPr>
          <p:nvPr>
            <p:ph type="title"/>
          </p:nvPr>
        </p:nvSpPr>
        <p:spPr>
          <a:xfrm>
            <a:off x="2066260" y="299363"/>
            <a:ext cx="3425573" cy="226871"/>
          </a:xfrm>
        </p:spPr>
        <p:txBody>
          <a:bodyPr lIns="0" tIns="0" rIns="0" bIns="0"/>
          <a:lstStyle>
            <a:lvl1pPr>
              <a:defRPr sz="1475" b="1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1048594" name="Holder 3"/>
          <p:cNvSpPr>
            <a:spLocks noGrp="1"/>
          </p:cNvSpPr>
          <p:nvPr>
            <p:ph type="body" idx="1"/>
          </p:nvPr>
        </p:nvSpPr>
        <p:spPr>
          <a:xfrm>
            <a:off x="780509" y="2551307"/>
            <a:ext cx="6003421" cy="429861"/>
          </a:xfrm>
        </p:spPr>
        <p:txBody>
          <a:bodyPr lIns="0" tIns="0" rIns="0" bIns="0"/>
          <a:lstStyle>
            <a:lvl1pPr>
              <a:defRPr sz="2795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95" name="Holder 4"/>
          <p:cNvSpPr>
            <a:spLocks noGrp="1"/>
          </p:cNvSpPr>
          <p:nvPr>
            <p:ph type="ftr" sz="quarter" idx="5"/>
          </p:nvPr>
        </p:nvSpPr>
        <p:spPr>
          <a:xfrm>
            <a:off x="2571909" y="4948809"/>
            <a:ext cx="2420620" cy="22301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596" name="Holder 5"/>
          <p:cNvSpPr>
            <a:spLocks noGrp="1"/>
          </p:cNvSpPr>
          <p:nvPr>
            <p:ph type="dt" sz="half" idx="6"/>
          </p:nvPr>
        </p:nvSpPr>
        <p:spPr>
          <a:xfrm>
            <a:off x="378222" y="4948809"/>
            <a:ext cx="1739821" cy="22301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597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5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24765">
              <a:spcBef>
                <a:spcPts val="155"/>
              </a:spcBef>
            </a:pPr>
            <a:fld id="{81D60167-4931-47E6-BA6A-407CBD079E47}" type="slidenum">
              <a:rPr lang="en-IN" smtClean="0">
                <a:solidFill>
                  <a:prstClr val="black"/>
                </a:solidFill>
              </a:rPr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3" name="GREEN_PHOTO">
            <a:extLst>
              <a:ext uri="{FF2B5EF4-FFF2-40B4-BE49-F238E27FC236}">
                <a16:creationId xmlns:a16="http://schemas.microsoft.com/office/drawing/2014/main" id="{FB3E5157-572C-1252-545E-488A8232FA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7413" y="1212850"/>
            <a:ext cx="2209800" cy="9906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Holder 2"/>
          <p:cNvSpPr>
            <a:spLocks noGrp="1"/>
          </p:cNvSpPr>
          <p:nvPr>
            <p:ph type="title"/>
          </p:nvPr>
        </p:nvSpPr>
        <p:spPr>
          <a:xfrm>
            <a:off x="2066260" y="299363"/>
            <a:ext cx="3425573" cy="226871"/>
          </a:xfrm>
        </p:spPr>
        <p:txBody>
          <a:bodyPr lIns="0" tIns="0" rIns="0" bIns="0"/>
          <a:lstStyle>
            <a:lvl1pPr>
              <a:defRPr sz="1475" b="1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1048616" name="Holder 3"/>
          <p:cNvSpPr>
            <a:spLocks noGrp="1"/>
          </p:cNvSpPr>
          <p:nvPr>
            <p:ph sz="half" idx="2"/>
          </p:nvPr>
        </p:nvSpPr>
        <p:spPr>
          <a:xfrm>
            <a:off x="378222" y="1223899"/>
            <a:ext cx="3290531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17" name="Holder 4"/>
          <p:cNvSpPr>
            <a:spLocks noGrp="1"/>
          </p:cNvSpPr>
          <p:nvPr>
            <p:ph sz="half" idx="3"/>
          </p:nvPr>
        </p:nvSpPr>
        <p:spPr>
          <a:xfrm>
            <a:off x="3895685" y="1223899"/>
            <a:ext cx="3290531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18" name="Holder 5"/>
          <p:cNvSpPr>
            <a:spLocks noGrp="1"/>
          </p:cNvSpPr>
          <p:nvPr>
            <p:ph type="ftr" sz="quarter" idx="5"/>
          </p:nvPr>
        </p:nvSpPr>
        <p:spPr>
          <a:xfrm>
            <a:off x="2571909" y="4948809"/>
            <a:ext cx="2420620" cy="22301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9" name="Holder 6"/>
          <p:cNvSpPr>
            <a:spLocks noGrp="1"/>
          </p:cNvSpPr>
          <p:nvPr>
            <p:ph type="dt" sz="half" idx="6"/>
          </p:nvPr>
        </p:nvSpPr>
        <p:spPr>
          <a:xfrm>
            <a:off x="378222" y="4948809"/>
            <a:ext cx="1739821" cy="22301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20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5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24765">
              <a:spcBef>
                <a:spcPts val="155"/>
              </a:spcBef>
            </a:pPr>
            <a:fld id="{81D60167-4931-47E6-BA6A-407CBD079E47}" type="slidenum">
              <a:rPr lang="en-IN" smtClean="0">
                <a:solidFill>
                  <a:prstClr val="black"/>
                </a:solidFill>
              </a:rPr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Holder 2"/>
          <p:cNvSpPr>
            <a:spLocks noGrp="1"/>
          </p:cNvSpPr>
          <p:nvPr>
            <p:ph type="title"/>
          </p:nvPr>
        </p:nvSpPr>
        <p:spPr>
          <a:xfrm>
            <a:off x="2066260" y="299363"/>
            <a:ext cx="3425573" cy="226871"/>
          </a:xfrm>
        </p:spPr>
        <p:txBody>
          <a:bodyPr lIns="0" tIns="0" rIns="0" bIns="0"/>
          <a:lstStyle>
            <a:lvl1pPr>
              <a:defRPr sz="1475" b="1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1048612" name="Holder 3"/>
          <p:cNvSpPr>
            <a:spLocks noGrp="1"/>
          </p:cNvSpPr>
          <p:nvPr>
            <p:ph type="ftr" sz="quarter" idx="5"/>
          </p:nvPr>
        </p:nvSpPr>
        <p:spPr>
          <a:xfrm>
            <a:off x="2571909" y="4948809"/>
            <a:ext cx="2420620" cy="22301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3" name="Holder 4"/>
          <p:cNvSpPr>
            <a:spLocks noGrp="1"/>
          </p:cNvSpPr>
          <p:nvPr>
            <p:ph type="dt" sz="half" idx="6"/>
          </p:nvPr>
        </p:nvSpPr>
        <p:spPr>
          <a:xfrm>
            <a:off x="378222" y="4948809"/>
            <a:ext cx="1739821" cy="22301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4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5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24765">
              <a:spcBef>
                <a:spcPts val="155"/>
              </a:spcBef>
            </a:pPr>
            <a:fld id="{81D60167-4931-47E6-BA6A-407CBD079E47}" type="slidenum">
              <a:rPr lang="en-IN" smtClean="0">
                <a:solidFill>
                  <a:prstClr val="black"/>
                </a:solidFill>
              </a:rPr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Holder 2"/>
          <p:cNvSpPr>
            <a:spLocks noGrp="1"/>
          </p:cNvSpPr>
          <p:nvPr>
            <p:ph type="ftr" sz="quarter" idx="5"/>
          </p:nvPr>
        </p:nvSpPr>
        <p:spPr>
          <a:xfrm>
            <a:off x="2571909" y="4948809"/>
            <a:ext cx="2420620" cy="22301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22" name="Holder 3"/>
          <p:cNvSpPr>
            <a:spLocks noGrp="1"/>
          </p:cNvSpPr>
          <p:nvPr>
            <p:ph type="dt" sz="half" idx="6"/>
          </p:nvPr>
        </p:nvSpPr>
        <p:spPr>
          <a:xfrm>
            <a:off x="378222" y="4948809"/>
            <a:ext cx="1739821" cy="22301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23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5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24765">
              <a:spcBef>
                <a:spcPts val="155"/>
              </a:spcBef>
            </a:pPr>
            <a:fld id="{81D60167-4931-47E6-BA6A-407CBD079E47}" type="slidenum">
              <a:rPr lang="en-IN" smtClean="0">
                <a:solidFill>
                  <a:prstClr val="black"/>
                </a:solidFill>
              </a:rPr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bk object 16"/>
          <p:cNvSpPr/>
          <p:nvPr/>
        </p:nvSpPr>
        <p:spPr>
          <a:xfrm>
            <a:off x="380" y="704"/>
            <a:ext cx="7557330" cy="53135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880110"/>
            <a:endParaRPr sz="1705">
              <a:solidFill>
                <a:prstClr val="black"/>
              </a:solidFill>
            </a:endParaRPr>
          </a:p>
        </p:txBody>
      </p:sp>
      <p:sp>
        <p:nvSpPr>
          <p:cNvPr id="1048588" name="Holder 2"/>
          <p:cNvSpPr>
            <a:spLocks noGrp="1"/>
          </p:cNvSpPr>
          <p:nvPr>
            <p:ph type="title"/>
          </p:nvPr>
        </p:nvSpPr>
        <p:spPr>
          <a:xfrm>
            <a:off x="2066260" y="299362"/>
            <a:ext cx="3425573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1048589" name="Holder 3"/>
          <p:cNvSpPr>
            <a:spLocks noGrp="1"/>
          </p:cNvSpPr>
          <p:nvPr>
            <p:ph type="body" idx="1"/>
          </p:nvPr>
        </p:nvSpPr>
        <p:spPr>
          <a:xfrm>
            <a:off x="780509" y="2551307"/>
            <a:ext cx="6003421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1048590" name="Holder 4"/>
          <p:cNvSpPr>
            <a:spLocks noGrp="1"/>
          </p:cNvSpPr>
          <p:nvPr>
            <p:ph type="ftr" sz="quarter" idx="5"/>
          </p:nvPr>
        </p:nvSpPr>
        <p:spPr>
          <a:xfrm>
            <a:off x="2571909" y="4948809"/>
            <a:ext cx="2420620" cy="2627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80110"/>
            <a:endParaRPr lang="en-IN" sz="1705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591" name="Holder 5"/>
          <p:cNvSpPr>
            <a:spLocks noGrp="1"/>
          </p:cNvSpPr>
          <p:nvPr>
            <p:ph type="dt" sz="half" idx="6"/>
          </p:nvPr>
        </p:nvSpPr>
        <p:spPr>
          <a:xfrm>
            <a:off x="378222" y="4948809"/>
            <a:ext cx="1739821" cy="2627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80110"/>
            <a:fld id="{1D8BD707-D9CF-40AE-B4C6-C98DA3205C09}" type="datetimeFigureOut">
              <a:rPr lang="en-US" sz="1705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US" sz="1705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592" name="Holder 6"/>
          <p:cNvSpPr>
            <a:spLocks noGrp="1"/>
          </p:cNvSpPr>
          <p:nvPr>
            <p:ph type="sldNum" sz="quarter" idx="7"/>
          </p:nvPr>
        </p:nvSpPr>
        <p:spPr>
          <a:xfrm>
            <a:off x="7003635" y="4963876"/>
            <a:ext cx="160553" cy="1193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75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pPr marL="24765" defTabSz="880110">
              <a:spcBef>
                <a:spcPts val="155"/>
              </a:spcBef>
            </a:pPr>
            <a:fld id="{81D60167-4931-47E6-BA6A-407CBD079E47}" type="slidenum">
              <a:rPr lang="en-IN" smtClean="0">
                <a:solidFill>
                  <a:prstClr val="black"/>
                </a:solidFill>
              </a:rPr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40055">
        <a:defRPr>
          <a:latin typeface="+mn-lt"/>
          <a:ea typeface="+mn-ea"/>
          <a:cs typeface="+mn-cs"/>
        </a:defRPr>
      </a:lvl2pPr>
      <a:lvl3pPr marL="880110">
        <a:defRPr>
          <a:latin typeface="+mn-lt"/>
          <a:ea typeface="+mn-ea"/>
          <a:cs typeface="+mn-cs"/>
        </a:defRPr>
      </a:lvl3pPr>
      <a:lvl4pPr marL="1320165">
        <a:defRPr>
          <a:latin typeface="+mn-lt"/>
          <a:ea typeface="+mn-ea"/>
          <a:cs typeface="+mn-cs"/>
        </a:defRPr>
      </a:lvl4pPr>
      <a:lvl5pPr marL="1760220">
        <a:defRPr>
          <a:latin typeface="+mn-lt"/>
          <a:ea typeface="+mn-ea"/>
          <a:cs typeface="+mn-cs"/>
        </a:defRPr>
      </a:lvl5pPr>
      <a:lvl6pPr marL="2200910">
        <a:defRPr>
          <a:latin typeface="+mn-lt"/>
          <a:ea typeface="+mn-ea"/>
          <a:cs typeface="+mn-cs"/>
        </a:defRPr>
      </a:lvl6pPr>
      <a:lvl7pPr marL="2640965">
        <a:defRPr>
          <a:latin typeface="+mn-lt"/>
          <a:ea typeface="+mn-ea"/>
          <a:cs typeface="+mn-cs"/>
        </a:defRPr>
      </a:lvl7pPr>
      <a:lvl8pPr marL="3081020">
        <a:defRPr>
          <a:latin typeface="+mn-lt"/>
          <a:ea typeface="+mn-ea"/>
          <a:cs typeface="+mn-cs"/>
        </a:defRPr>
      </a:lvl8pPr>
      <a:lvl9pPr marL="3521075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40055">
        <a:defRPr>
          <a:latin typeface="+mn-lt"/>
          <a:ea typeface="+mn-ea"/>
          <a:cs typeface="+mn-cs"/>
        </a:defRPr>
      </a:lvl2pPr>
      <a:lvl3pPr marL="880110">
        <a:defRPr>
          <a:latin typeface="+mn-lt"/>
          <a:ea typeface="+mn-ea"/>
          <a:cs typeface="+mn-cs"/>
        </a:defRPr>
      </a:lvl3pPr>
      <a:lvl4pPr marL="1320165">
        <a:defRPr>
          <a:latin typeface="+mn-lt"/>
          <a:ea typeface="+mn-ea"/>
          <a:cs typeface="+mn-cs"/>
        </a:defRPr>
      </a:lvl4pPr>
      <a:lvl5pPr marL="1760220">
        <a:defRPr>
          <a:latin typeface="+mn-lt"/>
          <a:ea typeface="+mn-ea"/>
          <a:cs typeface="+mn-cs"/>
        </a:defRPr>
      </a:lvl5pPr>
      <a:lvl6pPr marL="2200910">
        <a:defRPr>
          <a:latin typeface="+mn-lt"/>
          <a:ea typeface="+mn-ea"/>
          <a:cs typeface="+mn-cs"/>
        </a:defRPr>
      </a:lvl6pPr>
      <a:lvl7pPr marL="2640965">
        <a:defRPr>
          <a:latin typeface="+mn-lt"/>
          <a:ea typeface="+mn-ea"/>
          <a:cs typeface="+mn-cs"/>
        </a:defRPr>
      </a:lvl7pPr>
      <a:lvl8pPr marL="3081020">
        <a:defRPr>
          <a:latin typeface="+mn-lt"/>
          <a:ea typeface="+mn-ea"/>
          <a:cs typeface="+mn-cs"/>
        </a:defRPr>
      </a:lvl8pPr>
      <a:lvl9pPr marL="3521075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object 3"/>
          <p:cNvSpPr txBox="1">
            <a:spLocks noGrp="1"/>
          </p:cNvSpPr>
          <p:nvPr>
            <p:ph type="title"/>
          </p:nvPr>
        </p:nvSpPr>
        <p:spPr>
          <a:xfrm>
            <a:off x="818005" y="211649"/>
            <a:ext cx="5928428" cy="466315"/>
          </a:xfrm>
          <a:prstGeom prst="rect">
            <a:avLst/>
          </a:prstGeom>
        </p:spPr>
        <p:txBody>
          <a:bodyPr vert="horz" wrap="square" lIns="0" tIns="12225" rIns="0" bIns="0" rtlCol="0">
            <a:spAutoFit/>
          </a:bodyPr>
          <a:lstStyle/>
          <a:p>
            <a:pPr marL="12065" algn="ctr">
              <a:spcBef>
                <a:spcPts val="95"/>
              </a:spcBef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Program</a:t>
            </a: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/>
              <a:t>{{PROGRAM_NAME}} </a:t>
            </a:r>
            <a:br>
              <a:rPr lang="en-US"/>
            </a:br>
            <a:endParaRPr spc="-15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48599" name="object 4"/>
          <p:cNvSpPr txBox="1"/>
          <p:nvPr/>
        </p:nvSpPr>
        <p:spPr>
          <a:xfrm>
            <a:off x="726769" y="531901"/>
            <a:ext cx="1421394" cy="409574"/>
          </a:xfrm>
          <a:prstGeom prst="rect">
            <a:avLst/>
          </a:prstGeom>
        </p:spPr>
        <p:txBody>
          <a:bodyPr vert="horz" wrap="square" lIns="0" tIns="85573" rIns="0" bIns="0" rtlCol="0">
            <a:spAutoFit/>
          </a:bodyPr>
          <a:lstStyle/>
          <a:p>
            <a:pPr marL="12065" defTabSz="880110">
              <a:spcBef>
                <a:spcPts val="675"/>
              </a:spcBef>
              <a:defRPr/>
            </a:pPr>
            <a:r>
              <a:rPr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</a:t>
            </a:r>
            <a:r>
              <a:rPr sz="800" b="1" spc="-9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sz="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065" defTabSz="880110">
              <a:spcBef>
                <a:spcPts val="575"/>
              </a:spcBef>
              <a:defRPr/>
            </a:pPr>
            <a:r>
              <a:rPr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Domain</a:t>
            </a:r>
            <a:endParaRPr sz="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48600" name="object 5"/>
          <p:cNvSpPr txBox="1"/>
          <p:nvPr/>
        </p:nvSpPr>
        <p:spPr>
          <a:xfrm>
            <a:off x="1476321" y="531903"/>
            <a:ext cx="4668097" cy="422398"/>
          </a:xfrm>
          <a:prstGeom prst="rect">
            <a:avLst/>
          </a:prstGeom>
        </p:spPr>
        <p:txBody>
          <a:bodyPr vert="horz" wrap="square" lIns="0" tIns="85573" rIns="0" bIns="0" rtlCol="0">
            <a:spAutoFit/>
          </a:bodyPr>
          <a:lstStyle/>
          <a:p>
            <a:pPr marL="12065" defTabSz="880110">
              <a:spcBef>
                <a:spcPts val="675"/>
              </a:spcBef>
              <a:tabLst>
                <a:tab pos="231140" algn="l"/>
              </a:tabLst>
              <a:defRPr/>
            </a:pPr>
            <a:r>
              <a:rPr sz="800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800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{{PROJECT_TITLE}}</a:t>
            </a:r>
          </a:p>
          <a:p>
            <a:pPr marL="12065" defTabSz="880110">
              <a:spcBef>
                <a:spcPts val="675"/>
              </a:spcBef>
              <a:tabLst>
                <a:tab pos="231140" algn="l"/>
              </a:tabLst>
              <a:defRPr/>
            </a:pPr>
            <a:r>
              <a:rPr lang="en-GB" sz="800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en-US" sz="800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{{PROJECT_DOMAIN}}</a:t>
            </a:r>
          </a:p>
        </p:txBody>
      </p:sp>
      <p:sp>
        <p:nvSpPr>
          <p:cNvPr id="1048601" name="object 6"/>
          <p:cNvSpPr txBox="1"/>
          <p:nvPr/>
        </p:nvSpPr>
        <p:spPr>
          <a:xfrm>
            <a:off x="3203899" y="1152953"/>
            <a:ext cx="1291636" cy="358786"/>
          </a:xfrm>
          <a:prstGeom prst="rect">
            <a:avLst/>
          </a:prstGeom>
        </p:spPr>
        <p:txBody>
          <a:bodyPr vert="horz" wrap="square" lIns="0" tIns="12225" rIns="0" bIns="0" rtlCol="0">
            <a:spAutoFit/>
          </a:bodyPr>
          <a:lstStyle/>
          <a:p>
            <a:pPr marL="12065" marR="5080" defTabSz="880110">
              <a:lnSpc>
                <a:spcPct val="150000"/>
              </a:lnSpc>
              <a:spcBef>
                <a:spcPts val="95"/>
              </a:spcBef>
              <a:defRPr/>
            </a:pPr>
            <a:r>
              <a:rPr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Name of Project</a:t>
            </a:r>
            <a:r>
              <a:rPr sz="800" b="1" spc="-77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Guide Name of</a:t>
            </a:r>
            <a:r>
              <a:rPr sz="800" b="1" spc="-24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Students</a:t>
            </a:r>
            <a:endParaRPr sz="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48602" name="object 7"/>
          <p:cNvSpPr txBox="1"/>
          <p:nvPr/>
        </p:nvSpPr>
        <p:spPr>
          <a:xfrm>
            <a:off x="4392521" y="1124700"/>
            <a:ext cx="2437698" cy="209519"/>
          </a:xfrm>
          <a:prstGeom prst="rect">
            <a:avLst/>
          </a:prstGeom>
        </p:spPr>
        <p:txBody>
          <a:bodyPr vert="horz" wrap="square" lIns="0" tIns="85573" rIns="0" bIns="0" rtlCol="0">
            <a:spAutoFit/>
          </a:bodyPr>
          <a:lstStyle/>
          <a:p>
            <a:pPr marL="12065" defTabSz="880110">
              <a:spcBef>
                <a:spcPts val="675"/>
              </a:spcBef>
              <a:tabLst>
                <a:tab pos="175895" algn="l"/>
              </a:tabLst>
              <a:defRPr/>
            </a:pPr>
            <a:r>
              <a:rPr lang="en-US" sz="800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{{GUIDE_NAME}}</a:t>
            </a:r>
            <a:endParaRPr sz="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48603" name="object 8"/>
          <p:cNvSpPr txBox="1"/>
          <p:nvPr/>
        </p:nvSpPr>
        <p:spPr>
          <a:xfrm>
            <a:off x="670317" y="4426123"/>
            <a:ext cx="4762819" cy="135455"/>
          </a:xfrm>
          <a:prstGeom prst="rect">
            <a:avLst/>
          </a:prstGeom>
        </p:spPr>
        <p:txBody>
          <a:bodyPr vert="horz" wrap="square" lIns="0" tIns="12225" rIns="0" bIns="0" rtlCol="0">
            <a:spAutoFit/>
          </a:bodyPr>
          <a:lstStyle/>
          <a:p>
            <a:pPr marL="12065" defTabSz="880110">
              <a:spcBef>
                <a:spcPts val="95"/>
              </a:spcBef>
              <a:defRPr/>
            </a:pPr>
            <a:r>
              <a:rPr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</a:t>
            </a:r>
            <a:r>
              <a:rPr lang="en-GB" sz="800" b="1" spc="-5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tions</a:t>
            </a:r>
            <a:r>
              <a:rPr lang="en-GB"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1048604" name="object 9"/>
          <p:cNvSpPr txBox="1"/>
          <p:nvPr/>
        </p:nvSpPr>
        <p:spPr>
          <a:xfrm>
            <a:off x="670318" y="2392295"/>
            <a:ext cx="6312301" cy="309862"/>
          </a:xfrm>
          <a:prstGeom prst="rect">
            <a:avLst/>
          </a:prstGeom>
        </p:spPr>
        <p:txBody>
          <a:bodyPr vert="horz" wrap="square" lIns="0" tIns="12225" rIns="0" bIns="0" rtlCol="0">
            <a:spAutoFit/>
          </a:bodyPr>
          <a:lstStyle/>
          <a:p>
            <a:pPr marL="12065" defTabSz="880110">
              <a:spcBef>
                <a:spcPts val="400"/>
              </a:spcBef>
              <a:defRPr/>
            </a:pPr>
            <a:r>
              <a:rPr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Brief idea </a:t>
            </a:r>
            <a:r>
              <a:rPr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sz="800" b="1" spc="1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</a:t>
            </a:r>
            <a:r>
              <a:rPr lang="en-IN" sz="800" b="1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sz="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065" marR="5080" algn="just" defTabSz="880110">
              <a:spcBef>
                <a:spcPts val="400"/>
              </a:spcBef>
              <a:defRPr/>
            </a:pPr>
            <a:r>
              <a:rPr lang="en-US" alt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{{PROJECT_DESCRIPTION}}</a:t>
            </a:r>
          </a:p>
        </p:txBody>
      </p:sp>
      <p:sp>
        <p:nvSpPr>
          <p:cNvPr id="1048605" name="object 7"/>
          <p:cNvSpPr txBox="1"/>
          <p:nvPr/>
        </p:nvSpPr>
        <p:spPr>
          <a:xfrm>
            <a:off x="4392521" y="1365221"/>
            <a:ext cx="2437698" cy="809684"/>
          </a:xfrm>
          <a:prstGeom prst="rect">
            <a:avLst/>
          </a:prstGeom>
        </p:spPr>
        <p:txBody>
          <a:bodyPr vert="horz" wrap="square" lIns="0" tIns="85573" rIns="0" bIns="0" rtlCol="0">
            <a:spAutoFit/>
          </a:bodyPr>
          <a:lstStyle/>
          <a:p>
            <a:pPr marL="12065" defTabSz="880110">
              <a:spcBef>
                <a:spcPts val="600"/>
              </a:spcBef>
              <a:tabLst>
                <a:tab pos="175895" algn="l"/>
              </a:tabLst>
              <a:defRPr/>
            </a:pPr>
            <a:r>
              <a:rPr lang="en-US" sz="800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{{STUDENT_1}}</a:t>
            </a:r>
          </a:p>
          <a:p>
            <a:pPr marL="12065" defTabSz="880110">
              <a:spcBef>
                <a:spcPts val="600"/>
              </a:spcBef>
              <a:tabLst>
                <a:tab pos="175895" algn="l"/>
              </a:tabLst>
              <a:defRPr/>
            </a:pPr>
            <a:r>
              <a:rPr lang="en-US" sz="800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{{STUDENT_2}}</a:t>
            </a:r>
          </a:p>
          <a:p>
            <a:pPr marL="12065" defTabSz="880110">
              <a:spcBef>
                <a:spcPts val="600"/>
              </a:spcBef>
              <a:tabLst>
                <a:tab pos="175895" algn="l"/>
              </a:tabLst>
              <a:defRPr/>
            </a:pPr>
            <a:r>
              <a:rPr lang="en-US" sz="800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{{STUDENT_3}}</a:t>
            </a:r>
          </a:p>
          <a:p>
            <a:pPr marL="12065" defTabSz="880110">
              <a:spcBef>
                <a:spcPts val="600"/>
              </a:spcBef>
              <a:tabLst>
                <a:tab pos="175895" algn="l"/>
              </a:tabLst>
              <a:defRPr/>
            </a:pPr>
            <a:r>
              <a:rPr lang="en-US" sz="800" spc="-5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{{STUDENT_4}}</a:t>
            </a:r>
            <a:endParaRPr lang="en-US" sz="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AutoShape 2" descr="blob:https://web.whatsapp.com/01cec587-228c-4ace-8ebe-cc6974b99ce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5" name="AutoShape 4" descr="blob:https://web.whatsapp.com/01cec587-228c-4ace-8ebe-cc6974b99ce5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AutoShape 6" descr="blob:https://web.whatsapp.com/01cec587-228c-4ace-8ebe-cc6974b99ce5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764" y="3494784"/>
            <a:ext cx="1436809" cy="80884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15" y="1223367"/>
            <a:ext cx="2227203" cy="9977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D13D47-1649-C3D8-9B7C-3802B56EBF6E}"/>
              </a:ext>
            </a:extLst>
          </p:cNvPr>
          <p:cNvSpPr txBox="1"/>
          <p:nvPr/>
        </p:nvSpPr>
        <p:spPr>
          <a:xfrm>
            <a:off x="612775" y="3223452"/>
            <a:ext cx="29486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Screenshots of the Project: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087D22-6204-18FA-F238-CCEDA757282F}"/>
              </a:ext>
            </a:extLst>
          </p:cNvPr>
          <p:cNvSpPr/>
          <p:nvPr/>
        </p:nvSpPr>
        <p:spPr>
          <a:xfrm>
            <a:off x="767436" y="3494784"/>
            <a:ext cx="1455045" cy="808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29DE46-3997-D9A4-90F2-2A0A91B2ED5E}"/>
              </a:ext>
            </a:extLst>
          </p:cNvPr>
          <p:cNvSpPr/>
          <p:nvPr/>
        </p:nvSpPr>
        <p:spPr>
          <a:xfrm>
            <a:off x="2372764" y="3508391"/>
            <a:ext cx="1455045" cy="808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86E503-26E5-F9F3-9F8D-7C63EA2436C0}"/>
              </a:ext>
            </a:extLst>
          </p:cNvPr>
          <p:cNvSpPr/>
          <p:nvPr/>
        </p:nvSpPr>
        <p:spPr>
          <a:xfrm>
            <a:off x="869215" y="1223367"/>
            <a:ext cx="2227203" cy="1012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D8CBBA-47BB-4392-4BD2-B357D59FD0AF}"/>
              </a:ext>
            </a:extLst>
          </p:cNvPr>
          <p:cNvSpPr/>
          <p:nvPr/>
        </p:nvSpPr>
        <p:spPr>
          <a:xfrm>
            <a:off x="3978092" y="3506157"/>
            <a:ext cx="1455045" cy="808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9B05E-B816-F429-B1B0-D318CDF6FBBB}"/>
              </a:ext>
            </a:extLst>
          </p:cNvPr>
          <p:cNvSpPr txBox="1"/>
          <p:nvPr/>
        </p:nvSpPr>
        <p:spPr>
          <a:xfrm>
            <a:off x="670317" y="4548814"/>
            <a:ext cx="2180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{{APPLICATION_1}}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6651D-B3E2-5422-9B2D-9D01C07B1036}"/>
              </a:ext>
            </a:extLst>
          </p:cNvPr>
          <p:cNvSpPr txBox="1"/>
          <p:nvPr/>
        </p:nvSpPr>
        <p:spPr>
          <a:xfrm>
            <a:off x="670317" y="4692880"/>
            <a:ext cx="2180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{{APPLICATION_2}}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088637-F81E-9B13-8DC2-EFF09E7D47DE}"/>
              </a:ext>
            </a:extLst>
          </p:cNvPr>
          <p:cNvSpPr txBox="1"/>
          <p:nvPr/>
        </p:nvSpPr>
        <p:spPr>
          <a:xfrm>
            <a:off x="670317" y="4847543"/>
            <a:ext cx="2180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{{APPLICATION_3}}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AE9584-9003-66C7-9DBC-F515309A6CA6}"/>
              </a:ext>
            </a:extLst>
          </p:cNvPr>
          <p:cNvSpPr txBox="1"/>
          <p:nvPr/>
        </p:nvSpPr>
        <p:spPr>
          <a:xfrm>
            <a:off x="670317" y="5001929"/>
            <a:ext cx="2180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{{APPLICATION_4}}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F57B6CAEEF3646817B2F81D43B2593" ma:contentTypeVersion="3" ma:contentTypeDescription="Create a new document." ma:contentTypeScope="" ma:versionID="d459494d80b92255f5464325ec0b7c29">
  <xsd:schema xmlns:xsd="http://www.w3.org/2001/XMLSchema" xmlns:xs="http://www.w3.org/2001/XMLSchema" xmlns:p="http://schemas.microsoft.com/office/2006/metadata/properties" xmlns:ns2="6c8bfbdf-9cd7-450c-b6ef-a8b7e97a09ad" targetNamespace="http://schemas.microsoft.com/office/2006/metadata/properties" ma:root="true" ma:fieldsID="7a36c638fb05d79d4deeed5bca265548" ns2:_="">
    <xsd:import namespace="6c8bfbdf-9cd7-450c-b6ef-a8b7e97a09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8bfbdf-9cd7-450c-b6ef-a8b7e97a09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235259-FEDA-42D5-91F1-405D83F92214}">
  <ds:schemaRefs/>
</ds:datastoreItem>
</file>

<file path=customXml/itemProps2.xml><?xml version="1.0" encoding="utf-8"?>
<ds:datastoreItem xmlns:ds="http://schemas.openxmlformats.org/officeDocument/2006/customXml" ds:itemID="{9C53AADE-7CB0-4DCA-A225-EE77CF809E0A}">
  <ds:schemaRefs/>
</ds:datastoreItem>
</file>

<file path=customXml/itemProps3.xml><?xml version="1.0" encoding="utf-8"?>
<ds:datastoreItem xmlns:ds="http://schemas.openxmlformats.org/officeDocument/2006/customXml" ds:itemID="{89B0D1F0-95F1-4026-A94A-A8761D16E91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513</TotalTime>
  <Words>96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1_Office Theme</vt:lpstr>
      <vt:lpstr>Program : {{PROGRAM_NAME}}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Yogita M. Dabholkar</dc:creator>
  <cp:lastModifiedBy>Shubham Hegishte</cp:lastModifiedBy>
  <cp:revision>803</cp:revision>
  <dcterms:created xsi:type="dcterms:W3CDTF">2015-06-08T09:51:00Z</dcterms:created>
  <dcterms:modified xsi:type="dcterms:W3CDTF">2026-03-04T04:41:33Z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0x0101004CF57B6CAEEF3646817B2F81D43B2593</vt:lpwstr>
  </property>
  <property fmtid="{D5CDD505-2E9C-101B-9397-08002B2CF9AE}" pid="3" name="ICV">
    <vt:lpwstr>36A4A032C2DD4A4EB80EB7D6BA1390D3_12</vt:lpwstr>
  </property>
  <property fmtid="{D5CDD505-2E9C-101B-9397-08002B2CF9AE}" pid="4" name="KSOProductBuildVer">
    <vt:lpwstr>1033-12.2.0.19805</vt:lpwstr>
  </property>
</Properties>
</file>